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F64"/>
    <a:srgbClr val="C6ECFF"/>
    <a:srgbClr val="334E61"/>
    <a:srgbClr val="2034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4E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9705" y="260350"/>
            <a:ext cx="7772400" cy="1470025"/>
          </a:xfrm>
        </p:spPr>
        <p:txBody>
          <a:bodyPr/>
          <a:p>
            <a:r>
              <a:rPr lang="zh-CN" altLang="en-US" sz="6600">
                <a:solidFill>
                  <a:srgbClr val="F0FF64"/>
                </a:solidFill>
                <a:ea typeface="华文中宋" panose="02010600040101010101" charset="-122"/>
              </a:rPr>
              <a:t>标题和正文颜色</a:t>
            </a:r>
            <a:endParaRPr lang="zh-CN" altLang="en-US" sz="6600">
              <a:solidFill>
                <a:srgbClr val="F0FF64"/>
              </a:solidFill>
              <a:ea typeface="华文中宋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55650" y="4437380"/>
            <a:ext cx="6400800" cy="930275"/>
          </a:xfrm>
        </p:spPr>
        <p:txBody>
          <a:bodyPr/>
          <a:p>
            <a:r>
              <a:rPr lang="zh-CN" altLang="en-US" sz="3600" b="1">
                <a:solidFill>
                  <a:srgbClr val="F0FF64"/>
                </a:solidFill>
                <a:latin typeface="华文中宋" panose="02010600040101010101" charset="-122"/>
                <a:ea typeface="华文中宋" panose="02010600040101010101" charset="-122"/>
              </a:rPr>
              <a:t>解答字体颜色</a:t>
            </a:r>
            <a:endParaRPr lang="zh-CN" altLang="en-US" sz="3600" b="1">
              <a:solidFill>
                <a:srgbClr val="F0FF64"/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07315" y="2694305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C6ECFF"/>
                </a:solidFill>
                <a:latin typeface="+mn-lt"/>
                <a:ea typeface="华文中宋" panose="02010600040101010101" charset="-122"/>
              </a:rPr>
              <a:t>提问字体颜色</a:t>
            </a:r>
            <a:endParaRPr lang="zh-CN" altLang="en-US" sz="4800">
              <a:solidFill>
                <a:srgbClr val="C6ECFF"/>
              </a:solidFill>
              <a:latin typeface="+mn-lt"/>
              <a:ea typeface="华文中宋" panose="02010600040101010101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WPS 演示</Application>
  <PresentationFormat/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Arial Unicode MS</vt:lpstr>
      <vt:lpstr>Calibri</vt:lpstr>
      <vt:lpstr>微软雅黑</vt:lpstr>
      <vt:lpstr>华文楷体</vt:lpstr>
      <vt:lpstr>华文琥珀</vt:lpstr>
      <vt:lpstr>华文中宋</vt:lpstr>
      <vt:lpstr>仿宋_GB2312</vt:lpstr>
      <vt:lpstr>Office 主题</vt:lpstr>
      <vt:lpstr>提问字体颜色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3</cp:revision>
  <dcterms:created xsi:type="dcterms:W3CDTF">2026-09-05T23:10:45Z</dcterms:created>
  <dcterms:modified xsi:type="dcterms:W3CDTF">2026-09-05T23:20:52Z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0E22B32C5741434BADE8B25FC5EF750D_12</vt:lpwstr>
  </property>
  <property fmtid="{D5CDD505-2E9C-101B-9397-08002B2CF9AE}" pid="3" name="KSOProductBuildVer">
    <vt:lpwstr>2052-12.8.2.18205</vt:lpwstr>
  </property>
</Properties>
</file>